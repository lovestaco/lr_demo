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5b6f770519d63ed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5b6f770519d63ed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5b6f770519d63ed6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5b6f770519d63ed6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5b6f770519d63ed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5b6f770519d63ed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5b6f770519d63ed6_0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5b6f770519d63ed6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5b6f770519d63ed6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5b6f770519d63ed6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5b6f770519d63ed6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5b6f770519d63ed6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5b6f770519d63ed6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5b6f770519d63ed6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5b6f770519d63ed6_0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5b6f770519d63ed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5b6f770519d63ed6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5b6f770519d63ed6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5b6f770519d63ed6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5b6f770519d63ed6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5b6f770519d63ed6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h5b6f770519d63ed6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5b6f770519d63ed6_0_3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5b6f770519d63ed6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p1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13" name="Google Shape;113;p21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4" name="Google Shape;114;p21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AI lets your team produce more code than it can inspect.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99999"/>
                </a:solidFill>
              </a:rPr>
              <a:t>AI lets your team produce more code than it can inspect.</a:t>
            </a:r>
            <a:endParaRPr sz="4800">
              <a:solidFill>
                <a:srgbClr val="999999"/>
              </a:solidFill>
            </a:endParaRPr>
          </a:p>
        </p:txBody>
      </p:sp>
      <p:sp>
        <p:nvSpPr>
          <p:cNvPr id="135" name="Google Shape;135;p26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F9000"/>
                </a:solidFill>
              </a:rPr>
              <a:t>So which changes deserve your engineers' </a:t>
            </a:r>
            <a:br>
              <a:rPr lang="en-US">
                <a:solidFill>
                  <a:srgbClr val="BF9000"/>
                </a:solidFill>
              </a:rPr>
            </a:br>
            <a:r>
              <a:rPr lang="en-US">
                <a:solidFill>
                  <a:srgbClr val="BF9000"/>
                </a:solidFill>
              </a:rPr>
              <a:t>scarce attention?</a:t>
            </a:r>
            <a:endParaRPr>
              <a:solidFill>
                <a:srgbClr val="BF9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99999"/>
                </a:solidFill>
              </a:rPr>
              <a:t>AI lets your team produce more code than it can inspect.</a:t>
            </a:r>
            <a:endParaRPr sz="4800"/>
          </a:p>
        </p:txBody>
      </p:sp>
      <p:sp>
        <p:nvSpPr>
          <p:cNvPr id="141" name="Google Shape;141;p2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1C232"/>
                </a:solidFill>
              </a:rPr>
              <a:t>So which changes deserve your engineers' </a:t>
            </a:r>
            <a:br>
              <a:rPr lang="en-US">
                <a:solidFill>
                  <a:srgbClr val="F1C232"/>
                </a:solidFill>
              </a:rPr>
            </a:br>
            <a:r>
              <a:rPr lang="en-US">
                <a:solidFill>
                  <a:srgbClr val="F1C232"/>
                </a:solidFill>
              </a:rPr>
              <a:t>scarce attention?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415600" y="5069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8761D"/>
                </a:solidFill>
              </a:rPr>
              <a:t>LiveReview ranks every hunk by blast radius and review priority.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A standard is useless when every engineer must remember to enforce it.</a:t>
            </a:r>
            <a:endParaRPr sz="4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99999"/>
                </a:solidFill>
              </a:rPr>
              <a:t>A standard is useless when every engineer must remember to enforce it.</a:t>
            </a:r>
            <a:endParaRPr sz="4800">
              <a:solidFill>
                <a:srgbClr val="999999"/>
              </a:solidFill>
            </a:endParaRPr>
          </a:p>
        </p:txBody>
      </p:sp>
      <p:sp>
        <p:nvSpPr>
          <p:cNvPr id="159" name="Google Shape;159;p30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F9000"/>
                </a:solidFill>
              </a:rPr>
              <a:t>How do you make good review happen every time without slowing the team down?</a:t>
            </a:r>
            <a:endParaRPr>
              <a:solidFill>
                <a:srgbClr val="BF9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99999"/>
                </a:solidFill>
              </a:rPr>
              <a:t>A standard is useless when every engineer must remember to enforce it.</a:t>
            </a:r>
            <a:endParaRPr sz="4800">
              <a:solidFill>
                <a:srgbClr val="999999"/>
              </a:solidFill>
            </a:endParaRPr>
          </a:p>
        </p:txBody>
      </p:sp>
      <p:sp>
        <p:nvSpPr>
          <p:cNvPr id="165" name="Google Shape;165;p31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1C232"/>
                </a:solidFill>
              </a:rPr>
              <a:t>How do you make good review happen every time without slowing the team down?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166" name="Google Shape;166;p31"/>
          <p:cNvSpPr txBox="1"/>
          <p:nvPr>
            <p:ph idx="1" type="subTitle"/>
          </p:nvPr>
        </p:nvSpPr>
        <p:spPr>
          <a:xfrm>
            <a:off x="415600" y="5069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8761D"/>
                </a:solidFill>
              </a:rPr>
              <a:t>LiveReview reviews at commit, push, PR, CI/CD, and on schedule, enforcing your rules.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Other reviewers send your code outside your infrastructure, and seat-based monthly pricing can get expensive.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99999"/>
                </a:solidFill>
              </a:rPr>
              <a:t>Other reviewers send your code outside your infrastructure, and seat-based monthly pricing can get expensive.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83" name="Google Shape;183;p3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F9000"/>
                </a:solidFill>
              </a:rPr>
              <a:t>Keep your code in your infrastructure and choose which AI models inspect it.</a:t>
            </a:r>
            <a:endParaRPr>
              <a:solidFill>
                <a:srgbClr val="BF9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999999"/>
                </a:solidFill>
              </a:rPr>
              <a:t>Other reviewers send your code outside your infrastructure, and seat-based monthly pricing can get expensive.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89" name="Google Shape;189;p3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1C232"/>
                </a:solidFill>
              </a:rPr>
              <a:t>Keep your code in your infrastructure and choose which AI models inspect it.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190" name="Google Shape;190;p35"/>
          <p:cNvSpPr txBox="1"/>
          <p:nvPr>
            <p:ph idx="1" type="subTitle"/>
          </p:nvPr>
        </p:nvSpPr>
        <p:spPr>
          <a:xfrm>
            <a:off x="415600" y="5069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8761D"/>
                </a:solidFill>
              </a:rPr>
              <a:t>Adaptive Reviews cut AI cost; Livi learns from reviews; CLI, IDE, MCP and API fit your workflow.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6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