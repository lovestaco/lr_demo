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-italic.fntdata"/><Relationship Id="rId14" Type="http://schemas.openxmlformats.org/officeDocument/2006/relationships/slide" Target="slides/slide9.xml"/><Relationship Id="rId58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189840d0648964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189840d0648964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89840d06489649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89840d06489649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34eef6a23a7625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34eef6a23a7625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89840d064896493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89840d064896493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89840d064896493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189840d064896493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189840d06489649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189840d06489649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89840d064896493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189840d064896493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89840d06489649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89840d0648964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89840d06489649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189840d06489649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24463c62fb72981f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24463c62fb72981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24463c62fb72981f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24463c62fb72981f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4463c62fb72981f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24463c62fb72981f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4463c62fb72981f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24463c62fb72981f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24463c62fb72981f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24463c62fb72981f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4463c62fb72981f_2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24463c62fb72981f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89840d06489649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189840d06489649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4463c62fb72981f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24463c62fb72981f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24463c62fb72981f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24463c62fb72981f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24463c62fb72981f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24463c62fb72981f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89840d064896493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89840d064896493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89840d064896493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189840d064896493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89840d06489649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189840d06489649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24463c62fb72981f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24463c62fb72981f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189840d06489649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189840d06489649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24463c62fb72981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24463c62fb72981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24463c62fb72981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24463c62fb72981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24463c62fb72981f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24463c62fb72981f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24463c62fb72981f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24463c62fb72981f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24463c62fb72981f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24463c62fb72981f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4463c62fb72981f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24463c62fb72981f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24463c62fb72981f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24463c62fb72981f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24463c62fb72981f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24463c62fb72981f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24463c62fb72981f_2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24463c62fb72981f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24463c62fb72981f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24463c62fb72981f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24463c62fb72981f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24463c62fb72981f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24463c62fb72981f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24463c62fb72981f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24463c62fb72981f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24463c62fb72981f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24463c62fb72981f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24463c62fb72981f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24463c62fb72981f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h24463c62fb72981f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24463c62fb72981f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24463c62fb72981f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24463c62fb72981f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24463c62fb72981f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24463c62fb72981f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h24463c62fb72981f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24463c62fb72981f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24463c62fb72981f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24463c62fb72981f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24463c62fb72981f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24463c62fb72981f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h24463c62fb72981f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24463c62fb72981f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24463c62fb72981f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24463c62fb72981f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h24463c62fb72981f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24463c62fb72981f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h24463c62fb72981f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24463c62fb72981f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24463c62fb72981f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24463c62fb72981f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h24463c62fb72981f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24463c62fb72981f_2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24463c62fb72981f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already do a lot of…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AI-Assisted code generation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do you do enough of…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AI-Assisted Code Inspection?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Here’s what we BELIEVE: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owe your users and customers --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adapt an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AI-assisted inspection layer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are professional --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must adapt an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AI-assisted inspection layer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sake of your business reputation -- consider 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AI-assisted inspection layer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Here’s WHY: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accumulates at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great VELOCITY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higher velocity leads 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HUGE VOLUME of 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you still need to deliver to your customers faster, safer, higher quality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still must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Reduce </a:t>
            </a:r>
            <a:r>
              <a:rPr b="1" lang="en-GB">
                <a:solidFill>
                  <a:srgbClr val="FF9900"/>
                </a:solidFill>
              </a:rPr>
              <a:t>production</a:t>
            </a:r>
            <a:r>
              <a:rPr lang="en-GB">
                <a:solidFill>
                  <a:srgbClr val="FF9900"/>
                </a:solidFill>
              </a:rPr>
              <a:t> incidents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still must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Reduce </a:t>
            </a:r>
            <a:r>
              <a:rPr b="1" lang="en-GB">
                <a:solidFill>
                  <a:srgbClr val="FF9900"/>
                </a:solidFill>
              </a:rPr>
              <a:t>security</a:t>
            </a:r>
            <a:r>
              <a:rPr lang="en-GB">
                <a:solidFill>
                  <a:srgbClr val="FF9900"/>
                </a:solidFill>
              </a:rPr>
              <a:t> incidents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still must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Reduce </a:t>
            </a:r>
            <a:r>
              <a:rPr b="1" lang="en-GB">
                <a:solidFill>
                  <a:srgbClr val="FF9900"/>
                </a:solidFill>
              </a:rPr>
              <a:t>performance</a:t>
            </a:r>
            <a:r>
              <a:rPr lang="en-GB">
                <a:solidFill>
                  <a:srgbClr val="FF9900"/>
                </a:solidFill>
              </a:rPr>
              <a:t> regressions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still must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Deliver stellar customer experiences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let’s remember</a:t>
            </a:r>
            <a:r>
              <a:rPr lang="en-GB">
                <a:solidFill>
                  <a:srgbClr val="FFFF00"/>
                </a:solidFill>
              </a:rPr>
              <a:t>: </a:t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Human attention is still limited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code means: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code means: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Bigger systems, inter connections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code means: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complexity, bugs, issues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there are deeper consequences to take care of…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#1: THE ATTENTION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Which changes deserve your engineers' scarce attention?</a:t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#2 - THE UNDERSTANDING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How can your engineers maintain </a:t>
            </a:r>
            <a:r>
              <a:rPr lang="en-GB">
                <a:solidFill>
                  <a:srgbClr val="FFFF00"/>
                </a:solidFill>
              </a:rPr>
              <a:t>intellectual</a:t>
            </a:r>
            <a:r>
              <a:rPr lang="en-GB">
                <a:solidFill>
                  <a:srgbClr val="FFFF00"/>
                </a:solidFill>
              </a:rPr>
              <a:t> control of the system?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 3 THE ENFORCEMENT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How do you make good review happen every time without slowing the team down?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#4 THE CONTROL &amp; IMPROVE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How to own your IP, your code, your data, your model interactions and use them to improve yourself ?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#4 THE CONTROL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How to own your IP, your code, your data, your model interactions and use them to improve yourself </a:t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(rather than AI model companies)?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#1 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#2 UNDERSTANDING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#3 ENFORCEMENT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#4 CONTROL and IMPROVE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Here’s HOW LiveReview solves them all: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There’s a lot of code, limited engineering attention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LiveReview ranks every hunk by blast radius and review priority.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Attention Problem -&gt; Solved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make sure engineers have intellectual understanding of system, and take responsibility?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LiveReview gives summaries, issue navigation, and PR quizzes to keep humans in the loop.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Understanding Problem -&gt; Solved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Aspirations don’t work -- you need finegrained enforcement mechanisms.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Aspirations don’t work -- you need finegrained enforcement mechanisms.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make sure good inspections happen consistently at scale?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LiveReview reviews at commit, push, PR, CI/CD, and on schedule, enforcing your rules.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Enforcement Problem -&gt; Solved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need a strong inspection capability while maintaining control.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need a strong inspection capability while maintaining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own your IP, your data, your model interactions and use it to improve market competitiveness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Keep your code in your infrastructure and choose which AI models inspect it.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Adaptive Reviews cut AI cost; Livi learns from reviews; CLI, IDE, MCP and API fit your workflow.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Control and Improve Problem -&gt; Solved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And, that’s why you owe your customers, profession and reputation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6AA84F"/>
                </a:highlight>
              </a:rPr>
              <a:t>A FULL BLOWN </a:t>
            </a:r>
            <a:endParaRPr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6AA84F"/>
                </a:highlight>
              </a:rPr>
              <a:t>AI-</a:t>
            </a:r>
            <a:r>
              <a:rPr lang="en-GB">
                <a:highlight>
                  <a:srgbClr val="6AA84F"/>
                </a:highlight>
              </a:rPr>
              <a:t>ASSISTED</a:t>
            </a:r>
            <a:endParaRPr>
              <a:highlight>
                <a:srgbClr val="6AA84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6AA84F"/>
                </a:highlight>
              </a:rPr>
              <a:t>CODE INSPECTION LAYER</a:t>
            </a:r>
            <a:endParaRPr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rgbClr val="6AA84F"/>
                </a:highlight>
              </a:rPr>
              <a:t>&lt;Media&gt;</a:t>
            </a:r>
            <a:endParaRPr>
              <a:solidFill>
                <a:srgbClr val="FFFFFF"/>
              </a:solidFill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LiveReview is the only platform that solves all the major issues in one unified system</a:t>
            </a:r>
            <a:endParaRPr>
              <a:highlight>
                <a:srgbClr val="6AA84F"/>
              </a:highligh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Here’s what LiveReview solves: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attention problem 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understanding problem 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enforcement problem 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control and improve problem ✅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hexmos.com/livereview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